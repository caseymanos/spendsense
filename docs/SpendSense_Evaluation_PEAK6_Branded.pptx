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SpendSense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B900"/>
                </a:solidFill>
              </a:defRPr>
            </a:pPr>
            <a:r>
              <a:rPr>
                <a:latin typeface="Helvetica Neue"/>
              </a:rPr>
              <a:t>PEAK6 Platinum Project — All Metrics Passing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5029200"/>
            <a:ext cx="2743200" cy="91440"/>
          </a:xfrm>
          <a:prstGeom prst="rect">
            <a:avLst/>
          </a:prstGeom>
          <a:solidFill>
            <a:srgbClr val="FFB900"/>
          </a:solidFill>
          <a:ln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100 users analyzed with complete behavioral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5 core metrics achieve 100% passing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⚠️ Production fairness: 5 violations detected (requires attention)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Sub-second performance: 10.5ms mean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Complete auditability with trace JSON for every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Educational recommendations with transparent rationales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rPr>
                <a:latin typeface="Geogrotesque"/>
              </a:rPr>
              <a:t>Core Metrics — All Passing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All users with persona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20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All recommendations with 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51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51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Perfect persona-content alignment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10.5ms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Mean response time (target: &lt;5s)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14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114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Complete trace JSONs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Fairness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⚠️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846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Production: 5 violations (see fairness report)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8229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Fairness &amp; Compliance (Production 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Production-Ready Fairness Status: ⚠️ 5 violations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✗ Persona Distribution Parity: FAIL (3 violations)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  • Cash Flow Optimizer / gender / male: 15.0% deviation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  • High Utilization / gender / female: 21.0%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✗ Recommendation Quantity Parity: FAIL (2 violations)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  • gender / female: 10.5% deviation (5.5 avg vs 5.0)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Partner Offer Access Parity: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7132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Framework: ECOA/Regulation B compliance with disparate impact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7724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See docs/fairness_report.md for detailed regulatory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1. Ingestion: Synthetic Plaid-style transaction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2. Feature Detection: 30-day and 180-day behavioral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3. Persona Assignment: Priority-based conflict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4. Recommendation Engine: Educational content + partner offers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5. Guardrails: Consent enforcement &amp; tone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6. Evaluation: Continuous metrics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Consent-First Design: All processing blocked without user opt-in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Explainable AI: Every recommendation includes clear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Behavioral Personas: 5 evidence-based financial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Educational Focus: No financial advice, only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Auditability: Complete decision traces for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Fairness by Design: Demographic parity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Language: Python 3.11+ with uv environment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Frontend: Next.js 14 (React) + NiceGUI operator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Backend: FastAPI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Data: SQLite (relational) + Parquet (analytics)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Testing: pytest with deterministic seeding (seed=42)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Storage: Local-first, no cloud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>
                <a:latin typeface="Geogrotesque"/>
              </a:rPr>
              <a:t>SpendSense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B900"/>
                </a:solidFill>
              </a:defRPr>
            </a:pPr>
            <a:r>
              <a:rPr>
                <a:latin typeface="Helvetica Neue"/>
              </a:rPr>
              <a:t>Transparent. Consent-Aware. Educational.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5029200"/>
            <a:ext cx="2743200" cy="91440"/>
          </a:xfrm>
          <a:prstGeom prst="rect">
            <a:avLst/>
          </a:prstGeom>
          <a:solidFill>
            <a:srgbClr val="FFB900"/>
          </a:solidFill>
          <a:ln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